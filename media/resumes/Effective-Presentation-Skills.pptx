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IBM Plex Sans" panose="020B0503050203000203" pitchFamily="34" charset="0"/>
      <p:regular r:id="rId9"/>
    </p:embeddedFont>
    <p:embeddedFont>
      <p:font typeface="Outfit Medium" panose="020B0604020202020204" charset="0"/>
      <p:regular r:id="rId10"/>
    </p:embeddedFont>
    <p:embeddedFont>
      <p:font typeface="Perpetua Titling MT" panose="02020502060505020804" pitchFamily="18" charset="0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AD PRASAD" userId="e525c4f50263c5e7" providerId="LiveId" clId="{718BE2C7-9BBB-48A1-A546-ECDE9C5620C2}"/>
    <pc:docChg chg="custSel modSld">
      <pc:chgData name="PRASAD PRASAD" userId="e525c4f50263c5e7" providerId="LiveId" clId="{718BE2C7-9BBB-48A1-A546-ECDE9C5620C2}" dt="2025-11-18T14:10:13.966" v="34" actId="113"/>
      <pc:docMkLst>
        <pc:docMk/>
      </pc:docMkLst>
      <pc:sldChg chg="delSp modSp mod">
        <pc:chgData name="PRASAD PRASAD" userId="e525c4f50263c5e7" providerId="LiveId" clId="{718BE2C7-9BBB-48A1-A546-ECDE9C5620C2}" dt="2025-11-18T14:06:29.641" v="14" actId="1076"/>
        <pc:sldMkLst>
          <pc:docMk/>
          <pc:sldMk cId="0" sldId="256"/>
        </pc:sldMkLst>
        <pc:spChg chg="mod">
          <ac:chgData name="PRASAD PRASAD" userId="e525c4f50263c5e7" providerId="LiveId" clId="{718BE2C7-9BBB-48A1-A546-ECDE9C5620C2}" dt="2025-11-18T14:06:29.641" v="14" actId="1076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PRASAD PRASAD" userId="e525c4f50263c5e7" providerId="LiveId" clId="{718BE2C7-9BBB-48A1-A546-ECDE9C5620C2}" dt="2025-11-18T14:04:05.939" v="2" actId="478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PRASAD PRASAD" userId="e525c4f50263c5e7" providerId="LiveId" clId="{718BE2C7-9BBB-48A1-A546-ECDE9C5620C2}" dt="2025-11-18T14:09:09.600" v="28" actId="1076"/>
        <pc:sldMkLst>
          <pc:docMk/>
          <pc:sldMk cId="0" sldId="257"/>
        </pc:sldMkLst>
        <pc:spChg chg="mod">
          <ac:chgData name="PRASAD PRASAD" userId="e525c4f50263c5e7" providerId="LiveId" clId="{718BE2C7-9BBB-48A1-A546-ECDE9C5620C2}" dt="2025-11-18T14:09:09.600" v="28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PRASAD PRASAD" userId="e525c4f50263c5e7" providerId="LiveId" clId="{718BE2C7-9BBB-48A1-A546-ECDE9C5620C2}" dt="2025-11-18T14:08:49.453" v="26" actId="207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PRASAD PRASAD" userId="e525c4f50263c5e7" providerId="LiveId" clId="{718BE2C7-9BBB-48A1-A546-ECDE9C5620C2}" dt="2025-11-18T14:10:13.966" v="34" actId="113"/>
        <pc:sldMkLst>
          <pc:docMk/>
          <pc:sldMk cId="0" sldId="258"/>
        </pc:sldMkLst>
        <pc:spChg chg="mod">
          <ac:chgData name="PRASAD PRASAD" userId="e525c4f50263c5e7" providerId="LiveId" clId="{718BE2C7-9BBB-48A1-A546-ECDE9C5620C2}" dt="2025-11-18T14:09:35.397" v="30" actId="113"/>
          <ac:spMkLst>
            <pc:docMk/>
            <pc:sldMk cId="0" sldId="258"/>
            <ac:spMk id="6" creationId="{00000000-0000-0000-0000-000000000000}"/>
          </ac:spMkLst>
        </pc:spChg>
        <pc:spChg chg="mod">
          <ac:chgData name="PRASAD PRASAD" userId="e525c4f50263c5e7" providerId="LiveId" clId="{718BE2C7-9BBB-48A1-A546-ECDE9C5620C2}" dt="2025-11-18T14:09:50.226" v="31" actId="113"/>
          <ac:spMkLst>
            <pc:docMk/>
            <pc:sldMk cId="0" sldId="258"/>
            <ac:spMk id="10" creationId="{00000000-0000-0000-0000-000000000000}"/>
          </ac:spMkLst>
        </pc:spChg>
        <pc:spChg chg="mod">
          <ac:chgData name="PRASAD PRASAD" userId="e525c4f50263c5e7" providerId="LiveId" clId="{718BE2C7-9BBB-48A1-A546-ECDE9C5620C2}" dt="2025-11-18T14:09:57.323" v="32" actId="113"/>
          <ac:spMkLst>
            <pc:docMk/>
            <pc:sldMk cId="0" sldId="258"/>
            <ac:spMk id="14" creationId="{00000000-0000-0000-0000-000000000000}"/>
          </ac:spMkLst>
        </pc:spChg>
        <pc:spChg chg="mod">
          <ac:chgData name="PRASAD PRASAD" userId="e525c4f50263c5e7" providerId="LiveId" clId="{718BE2C7-9BBB-48A1-A546-ECDE9C5620C2}" dt="2025-11-18T14:10:05.873" v="33" actId="113"/>
          <ac:spMkLst>
            <pc:docMk/>
            <pc:sldMk cId="0" sldId="258"/>
            <ac:spMk id="18" creationId="{00000000-0000-0000-0000-000000000000}"/>
          </ac:spMkLst>
        </pc:spChg>
        <pc:spChg chg="mod">
          <ac:chgData name="PRASAD PRASAD" userId="e525c4f50263c5e7" providerId="LiveId" clId="{718BE2C7-9BBB-48A1-A546-ECDE9C5620C2}" dt="2025-11-18T14:10:13.966" v="34" actId="113"/>
          <ac:spMkLst>
            <pc:docMk/>
            <pc:sldMk cId="0" sldId="258"/>
            <ac:spMk id="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212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890" y="3098800"/>
            <a:ext cx="6094571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F6FF3"/>
                </a:solidFill>
                <a:latin typeface="Perpetua Titling MT" panose="02020502060505020804" pitchFamily="18" charset="0"/>
                <a:ea typeface="Outfit Medium" pitchFamily="34" charset="-122"/>
                <a:cs typeface="Outfit Medium" pitchFamily="34" charset="-120"/>
              </a:rPr>
              <a:t>Effective</a:t>
            </a:r>
            <a:r>
              <a:rPr lang="en-US" sz="39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</a:t>
            </a:r>
            <a:r>
              <a:rPr lang="en-US" sz="3900" b="1" dirty="0">
                <a:solidFill>
                  <a:srgbClr val="3F6FF3"/>
                </a:solidFill>
                <a:latin typeface="Perpetua Titling MT" panose="02020502060505020804" pitchFamily="18" charset="0"/>
                <a:ea typeface="Outfit Medium" pitchFamily="34" charset="-122"/>
                <a:cs typeface="Outfit Medium" pitchFamily="34" charset="-120"/>
              </a:rPr>
              <a:t>Presentation</a:t>
            </a:r>
            <a:r>
              <a:rPr lang="en-US" sz="39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</a:t>
            </a:r>
            <a:r>
              <a:rPr lang="en-US" sz="3900" b="1" dirty="0">
                <a:solidFill>
                  <a:srgbClr val="3F6FF3"/>
                </a:solidFill>
                <a:latin typeface="Perpetua Titling MT" panose="02020502060505020804" pitchFamily="18" charset="0"/>
                <a:ea typeface="Outfit Medium" pitchFamily="34" charset="-122"/>
                <a:cs typeface="Outfit Medium" pitchFamily="34" charset="-120"/>
              </a:rPr>
              <a:t>Skills</a:t>
            </a:r>
            <a:endParaRPr lang="en-US" sz="3900" b="1" dirty="0">
              <a:latin typeface="Perpetua Titling MT" panose="020205020605050208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40424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Introduction to Effective Presentations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89" y="3854430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Presentations are structured communication tools designed to convey information, ideas, or perspectives to an audience. Effective presentations enhance clarity, promote engagement, and strengthen message retentio</a:t>
            </a:r>
            <a:r>
              <a:rPr lang="en-US" b="1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n.</a:t>
            </a:r>
            <a:endParaRPr lang="en-US" b="1" dirty="0"/>
          </a:p>
        </p:txBody>
      </p:sp>
      <p:sp>
        <p:nvSpPr>
          <p:cNvPr id="5" name="Text 2"/>
          <p:cNvSpPr/>
          <p:nvPr/>
        </p:nvSpPr>
        <p:spPr>
          <a:xfrm>
            <a:off x="6280190" y="5133300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Strong presentation skills build confidence, improve professional credibility, and create a lasting impression</a:t>
            </a: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9978"/>
            <a:ext cx="611243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The Importance of Planning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4689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well-planned presentation ensures </a:t>
            </a:r>
            <a:r>
              <a:rPr lang="en-US" sz="1550" dirty="0">
                <a:solidFill>
                  <a:srgbClr val="124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clarity, structure, and focus</a:t>
            </a: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287673"/>
            <a:ext cx="4215289" cy="1506736"/>
          </a:xfrm>
          <a:prstGeom prst="roundRect">
            <a:avLst>
              <a:gd name="adj" fmla="val 728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0930" y="3287673"/>
            <a:ext cx="91440" cy="1506736"/>
          </a:xfrm>
          <a:prstGeom prst="roundRect">
            <a:avLst>
              <a:gd name="adj" fmla="val 195349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83588" y="350889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Analyze Audience</a:t>
            </a:r>
            <a:endParaRPr lang="en-US" sz="1950" b="1" dirty="0"/>
          </a:p>
        </p:txBody>
      </p:sp>
      <p:sp>
        <p:nvSpPr>
          <p:cNvPr id="7" name="Text 5"/>
          <p:cNvSpPr/>
          <p:nvPr/>
        </p:nvSpPr>
        <p:spPr>
          <a:xfrm>
            <a:off x="1083588" y="3938111"/>
            <a:ext cx="37042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expectations and tailor your message.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3287673"/>
            <a:ext cx="4215408" cy="1506736"/>
          </a:xfrm>
          <a:prstGeom prst="roundRect">
            <a:avLst>
              <a:gd name="adj" fmla="val 728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184577" y="3287673"/>
            <a:ext cx="91440" cy="1506736"/>
          </a:xfrm>
          <a:prstGeom prst="roundRect">
            <a:avLst>
              <a:gd name="adj" fmla="val 195349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97235" y="350889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Define Objectives</a:t>
            </a:r>
            <a:endParaRPr lang="en-US" sz="1950" b="1" dirty="0"/>
          </a:p>
        </p:txBody>
      </p:sp>
      <p:sp>
        <p:nvSpPr>
          <p:cNvPr id="11" name="Text 9"/>
          <p:cNvSpPr/>
          <p:nvPr/>
        </p:nvSpPr>
        <p:spPr>
          <a:xfrm>
            <a:off x="5497235" y="3938111"/>
            <a:ext cx="37043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clear goals for what you want to achieve.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3287673"/>
            <a:ext cx="4215289" cy="1506736"/>
          </a:xfrm>
          <a:prstGeom prst="roundRect">
            <a:avLst>
              <a:gd name="adj" fmla="val 728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598343" y="3287673"/>
            <a:ext cx="91440" cy="1506736"/>
          </a:xfrm>
          <a:prstGeom prst="roundRect">
            <a:avLst>
              <a:gd name="adj" fmla="val 195349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911001" y="350889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Organize Content</a:t>
            </a:r>
            <a:endParaRPr lang="en-US" sz="1950" b="1" dirty="0"/>
          </a:p>
        </p:txBody>
      </p:sp>
      <p:sp>
        <p:nvSpPr>
          <p:cNvPr id="15" name="Text 13"/>
          <p:cNvSpPr/>
          <p:nvPr/>
        </p:nvSpPr>
        <p:spPr>
          <a:xfrm>
            <a:off x="9911001" y="3938111"/>
            <a:ext cx="37042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 your information logically for flow.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93790" y="4992767"/>
            <a:ext cx="4215289" cy="1506736"/>
          </a:xfrm>
          <a:prstGeom prst="roundRect">
            <a:avLst>
              <a:gd name="adj" fmla="val 728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0930" y="4992767"/>
            <a:ext cx="91440" cy="1506736"/>
          </a:xfrm>
          <a:prstGeom prst="roundRect">
            <a:avLst>
              <a:gd name="adj" fmla="val 195349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83588" y="521398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Prepare Materials</a:t>
            </a:r>
            <a:endParaRPr lang="en-US" sz="1950" b="1" dirty="0"/>
          </a:p>
        </p:txBody>
      </p:sp>
      <p:sp>
        <p:nvSpPr>
          <p:cNvPr id="19" name="Text 17"/>
          <p:cNvSpPr/>
          <p:nvPr/>
        </p:nvSpPr>
        <p:spPr>
          <a:xfrm>
            <a:off x="1083588" y="5643205"/>
            <a:ext cx="37042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Gather all necessary supporting visuals and data.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207437" y="4992767"/>
            <a:ext cx="4215408" cy="1506736"/>
          </a:xfrm>
          <a:prstGeom prst="roundRect">
            <a:avLst>
              <a:gd name="adj" fmla="val 728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184577" y="4992767"/>
            <a:ext cx="91440" cy="1506736"/>
          </a:xfrm>
          <a:prstGeom prst="roundRect">
            <a:avLst>
              <a:gd name="adj" fmla="val 195349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97235" y="521398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Practice Delivery</a:t>
            </a:r>
            <a:endParaRPr lang="en-US" sz="1950" b="1" dirty="0"/>
          </a:p>
        </p:txBody>
      </p:sp>
      <p:sp>
        <p:nvSpPr>
          <p:cNvPr id="23" name="Text 21"/>
          <p:cNvSpPr/>
          <p:nvPr/>
        </p:nvSpPr>
        <p:spPr>
          <a:xfrm>
            <a:off x="5497235" y="5643205"/>
            <a:ext cx="37043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Refine your presentation for a smooth execution.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5617"/>
            <a:ext cx="739247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Components of Effective Delivery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4253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Effective delivery improves </a:t>
            </a:r>
            <a:r>
              <a:rPr lang="en-US" sz="1550" dirty="0">
                <a:solidFill>
                  <a:srgbClr val="124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audience engagement</a:t>
            </a: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message </a:t>
            </a:r>
            <a:r>
              <a:rPr lang="en-US" sz="1550" dirty="0">
                <a:solidFill>
                  <a:srgbClr val="124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impact</a:t>
            </a: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683312"/>
            <a:ext cx="4215289" cy="2269927"/>
          </a:xfrm>
          <a:prstGeom prst="roundRect">
            <a:avLst>
              <a:gd name="adj" fmla="val 7869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99768" y="288929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3479" y="3052882"/>
            <a:ext cx="267891" cy="2678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9768" y="368296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Eye Contact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99768" y="4112181"/>
            <a:ext cx="380333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 with your audience directly.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207437" y="2683312"/>
            <a:ext cx="4215408" cy="2269927"/>
          </a:xfrm>
          <a:prstGeom prst="roundRect">
            <a:avLst>
              <a:gd name="adj" fmla="val 7869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413415" y="288929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7126" y="3052882"/>
            <a:ext cx="267891" cy="2678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415" y="368296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Clarity &amp; Confidence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413415" y="4112181"/>
            <a:ext cx="380345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Speak distinctly and with conviction.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9621203" y="2683312"/>
            <a:ext cx="4215289" cy="2269927"/>
          </a:xfrm>
          <a:prstGeom prst="roundRect">
            <a:avLst>
              <a:gd name="adj" fmla="val 7869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9827181" y="288929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90892" y="3052882"/>
            <a:ext cx="267891" cy="2678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27181" y="368296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Gestures &amp; Posture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9827181" y="4112181"/>
            <a:ext cx="380333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body language to enhance your message.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793790" y="5151596"/>
            <a:ext cx="6422112" cy="1952387"/>
          </a:xfrm>
          <a:prstGeom prst="roundRect">
            <a:avLst>
              <a:gd name="adj" fmla="val 9149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999768" y="535757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3479" y="5521166"/>
            <a:ext cx="267891" cy="2678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99768" y="61512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Pace &amp; Tone</a:t>
            </a:r>
            <a:endParaRPr lang="en-US" sz="1950" dirty="0"/>
          </a:p>
        </p:txBody>
      </p:sp>
      <p:sp>
        <p:nvSpPr>
          <p:cNvPr id="23" name="Text 17"/>
          <p:cNvSpPr/>
          <p:nvPr/>
        </p:nvSpPr>
        <p:spPr>
          <a:xfrm>
            <a:off x="999768" y="6580465"/>
            <a:ext cx="6010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 your rhythm and vocal expression.</a:t>
            </a:r>
            <a:endParaRPr lang="en-US" sz="1550" dirty="0"/>
          </a:p>
        </p:txBody>
      </p:sp>
      <p:sp>
        <p:nvSpPr>
          <p:cNvPr id="24" name="Shape 18"/>
          <p:cNvSpPr/>
          <p:nvPr/>
        </p:nvSpPr>
        <p:spPr>
          <a:xfrm>
            <a:off x="7414260" y="5151596"/>
            <a:ext cx="6422231" cy="1952387"/>
          </a:xfrm>
          <a:prstGeom prst="roundRect">
            <a:avLst>
              <a:gd name="adj" fmla="val 9149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778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7620238" y="535757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83949" y="5521166"/>
            <a:ext cx="267891" cy="2678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20238" y="61512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Participation</a:t>
            </a:r>
            <a:endParaRPr lang="en-US" sz="1950" dirty="0"/>
          </a:p>
        </p:txBody>
      </p:sp>
      <p:sp>
        <p:nvSpPr>
          <p:cNvPr id="28" name="Text 21"/>
          <p:cNvSpPr/>
          <p:nvPr/>
        </p:nvSpPr>
        <p:spPr>
          <a:xfrm>
            <a:off x="7620238" y="6580465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Encourage interaction and questions.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94222"/>
            <a:ext cx="540543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The Power of Visual Aids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2311956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Visual aids make presentations </a:t>
            </a:r>
            <a:r>
              <a:rPr lang="en-US" sz="1550" dirty="0">
                <a:solidFill>
                  <a:srgbClr val="124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appealing, clear, and memorable</a:t>
            </a: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3031331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simple and readable slide designs.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3735824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Include charts, images, and infographics.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4440317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Avoid overcrowded text on slides.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4827270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keywords and bullet points for clarity.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3790" y="5531763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Maintain consistent theme and formatting.</a:t>
            </a:r>
            <a:endParaRPr lang="en-US" sz="15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674" y="3075980"/>
            <a:ext cx="3536156" cy="35361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15540"/>
            <a:ext cx="695729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Conclusion: Lasting Impressions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333274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effective presentation is a powerful combination of </a:t>
            </a:r>
            <a:r>
              <a:rPr lang="en-US" sz="1550" dirty="0">
                <a:solidFill>
                  <a:srgbClr val="124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content clarity</a:t>
            </a: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550" dirty="0">
                <a:solidFill>
                  <a:srgbClr val="124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confident delivery</a:t>
            </a: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and </a:t>
            </a:r>
            <a:r>
              <a:rPr lang="en-US" sz="1550" dirty="0">
                <a:solidFill>
                  <a:srgbClr val="124D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visual impact</a:t>
            </a: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577846" y="4414838"/>
            <a:ext cx="72587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“Well-delivered presentations leave a lasting impression.”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280190" y="4191595"/>
            <a:ext cx="22860" cy="764024"/>
          </a:xfrm>
          <a:prstGeom prst="rect">
            <a:avLst/>
          </a:prstGeom>
          <a:solidFill>
            <a:srgbClr val="A2B9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280190" y="5178862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Summarize key points, answer questions, and end with a strong closing statement to reinforce your message.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282</Words>
  <Application>Microsoft Office PowerPoint</Application>
  <PresentationFormat>Custom</PresentationFormat>
  <Paragraphs>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Outfit Medium</vt:lpstr>
      <vt:lpstr>IBM Plex Sans</vt:lpstr>
      <vt:lpstr>Arial</vt:lpstr>
      <vt:lpstr>Perpetua Titling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PRASAD PRASAD</cp:lastModifiedBy>
  <cp:revision>1</cp:revision>
  <dcterms:created xsi:type="dcterms:W3CDTF">2025-11-18T05:59:30Z</dcterms:created>
  <dcterms:modified xsi:type="dcterms:W3CDTF">2025-11-18T14:10:14Z</dcterms:modified>
</cp:coreProperties>
</file>